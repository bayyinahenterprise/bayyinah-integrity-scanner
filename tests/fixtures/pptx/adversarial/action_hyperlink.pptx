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Shape">
            <a:hlinkClick xmlns:r="http://schemas.openxmlformats.org/officeDocument/2006/relationships" r:id="" action="ppaction://macro?name=AutoRun"/>
          </p:cNvPr>
          <p:cNvSpPr/>
          <p:nvPr/>
        </p:nvSpPr>
        <p:spPr/>
        <p:txBody>
          <a:bodyPr/>
          <a:lstStyle/>
          <a:p>
            <a:r>
              <a:t>Click to continue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