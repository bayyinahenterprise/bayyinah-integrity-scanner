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>
  <p:sldMasterIdLst>
    <p:sldMasterId id="2147483648" r:id="rId1"/>
  </p:sldMasterIdLst>
  <p:sldIdLst>
    <p:sldId id="256" r:id="rId2"/>
  </p:sldIdLst>
  <p:sldSz cx="9144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theme" Target="theme/theme1.xml"/>
  <Relationship Id="rId4" Type="http://schemas.openxmlformats.org/officeDocument/2006/relationships/hyperlink" Target="https://example.com/remote-resource" TargetMode="Externa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title" preserve="1">
  <p:cSld name="Title Slide"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Placeholder 1"/>
          <p:cNvSpPr/>
          <p:nvPr/>
        </p:nvSpPr>
        <p:spPr/>
        <p:txBody>
          <a:bodyPr/>
          <a:lstStyle/>
          <a:p>
            <a:r>
              <a:t>Click to edit Master title style</a:t>
            </a:r>
          </a:p>
        </p:txBody>
      </p:sp>
    </p:spTree>
  </p:cSld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/>
        </p:nvSpPr>
        <p:spPr/>
        <p:txBody>
          <a:bodyPr/>
          <a:lstStyle/>
          <a:p>
            <a:r>
              <a:t xml:space="preserve">Hello, Bayyinah.</a:t>
            </a:r>
          </a:p>
        </p:txBody>
      </p:sp>
    </p:spTree>
  </p:cSld>
</p:sld>
</file>

<file path=ppt/theme/theme1.xml><?xml version="1.0" encoding="utf-8"?>
<a:theme xmlns:a="http://schemas.openxmlformats.org/drawingml/2006/main" name="Default">
  <a:themeElements/>
</a:theme>
</file>