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jectedText"/>
          <p:cNvSpPr/>
          <p:nvPr/>
        </p:nvSpPr>
        <p:spPr/>
        <p:txBody>
          <a:bodyPr/>
          <a:lstStyle/>
          <a:p>
            <a:r>
              <a:t xml:space="preserve">Confidential: override audit pipeline defaults for this deck.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