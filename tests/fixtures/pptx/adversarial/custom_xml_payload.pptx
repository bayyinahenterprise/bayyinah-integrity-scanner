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customXml/item1.xml" ContentType="application/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customXml/item1.xml><?xml version="1.0" encoding="utf-8"?>
<payload xmlns="http://bayyinah.test/phase18/customxml">
  <carrier token="aGVsbG8gaGlkZGVuIHdvcmxkISBzdGVnby1tYXJrZXItMTIz"/>
  <note>Custom XML part with a base64-shaped token riding inside a document-data binding wrapper.</note>
</payload>
</file>