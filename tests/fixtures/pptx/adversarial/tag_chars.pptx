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Slide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Placeholder 1"/>
          <p:cNvSpPr/>
          <p:nvPr/>
        </p:nvSpPr>
        <p:spPr/>
        <p:txBody>
          <a:bodyPr/>
          <a:lstStyle/>
          <a:p>
            <a:r>
              <a:t>Click to edit Master title style</a:t>
            </a:r>
          </a:p>
        </p:txBody>
      </p:sp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/>
        </p:nvSpPr>
        <p:spPr/>
        <p:txBody>
          <a:bodyPr/>
          <a:lstStyle/>
          <a:p>
            <a:r>
              <a:t xml:space="preserve">Ordinary slide text prefix.󠁓󠁙󠁓󠁔󠁅󠁍󠀠󠁏󠁖󠁅󠁒󠁒󠁉󠁄󠁅</a:t>
            </a:r>
          </a:p>
        </p:txBody>
      </p:sp>
    </p:spTree>
  </p:cSld>
</p:sld>
</file>

<file path=ppt/theme/theme1.xml><?xml version="1.0" encoding="utf-8"?>
<a:theme xmlns:a="http://schemas.openxmlformats.org/drawingml/2006/main" name="Default">
  <a:themeElements/>
</a:theme>
</file>