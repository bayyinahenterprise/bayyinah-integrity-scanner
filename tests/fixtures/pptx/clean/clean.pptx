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Welcome to the clean PPTX reference fixture.</a:t>
            </a:r>
          </a:p>
          <a:p>
            <a:r>
              <a:t xml:space="preserve">All visible slide content is ordinary ASCII.</a:t>
            </a:r>
          </a:p>
          <a:p>
            <a:r>
              <a:t xml:space="preserve">No hidden slides, no macros, no embedded objects, no external links, no tracked revisions.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